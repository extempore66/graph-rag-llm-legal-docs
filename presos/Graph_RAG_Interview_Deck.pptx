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11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In other words: 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In other words: it reads everything once, so nobody on your team has to read it again.</a:t>
            </a:r>
          </a:p>
          <a:p>
            <a:pPr>
              <a:spcBef>
                <a:spcPts val="300"/>
              </a:spcBef>
              <a:spcAft>
                <a:spcPts val="100"/>
              </a:spcAft>
            </a:pPr>
            <a:r>
              <a:rPr sz="1200" b="0" i="0">
                <a:solidFill>
                  <a:srgbClr val="14171B"/>
                </a:solidFill>
                <a:latin typeface="Helvetica Neue"/>
              </a:rPr>
              <a:t>•  Every answer cites the page it came from.</a:t>
            </a:r>
          </a:p>
          <a:p>
            <a:pPr lvl="1">
              <a:spcBef>
                <a:spcPts val="0"/>
              </a:spcBef>
              <a:spcAft>
                <a:spcPts val="400"/>
              </a:spcAft>
            </a:pPr>
            <a:r>
              <a:rPr sz="1100" b="0" i="1">
                <a:solidFill>
                  <a:srgbClr val="4A5158"/>
                </a:solidFill>
                <a:latin typeface="Georgia"/>
              </a:rPr>
              <a:t>In other words: 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In other words: 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57276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is the one nobody else ships. It reads the pre-written topic reports instead of walking the graph, so it can answer a question about the collection as a whole.</a:t>
            </a:r>
          </a:p>
          <a:p>
            <a:pPr lvl="1">
              <a:spcBef>
                <a:spcPts val="0"/>
              </a:spcBef>
              <a:spcAft>
                <a:spcPts val="400"/>
              </a:spcAft>
            </a:pPr>
            <a:r>
              <a:rPr sz="1100" b="0" i="1">
                <a:solidFill>
                  <a:srgbClr val="4A5158"/>
                </a:solidFill>
                <a:latin typeface="Georgia"/>
              </a:rPr>
              <a:t>In other words: "what is actually in here?" — the first thing anyone asks, and the one thing ordinary search cannot do.</a:t>
            </a:r>
          </a:p>
          <a:p>
            <a:pPr>
              <a:spcBef>
                <a:spcPts val="300"/>
              </a:spcBef>
              <a:spcAft>
                <a:spcPts val="100"/>
              </a:spcAft>
            </a:pPr>
            <a:r>
              <a:rPr sz="1200" b="0" i="0">
                <a:solidFill>
                  <a:srgbClr val="14171B"/>
                </a:solidFill>
                <a:latin typeface="Helvetica Neue"/>
              </a:rPr>
              <a:t>•  Graph search needs a name to start from. Ask "which courts appear in these documents" and there is nothing to anchor on. Mine falls back to plain similarity search on 11 of 35 test questions for exactly that reason.</a:t>
            </a:r>
          </a:p>
          <a:p>
            <a:pPr lvl="1">
              <a:spcBef>
                <a:spcPts val="0"/>
              </a:spcBef>
              <a:spcAft>
                <a:spcPts val="400"/>
              </a:spcAft>
            </a:pPr>
            <a:r>
              <a:rPr sz="1100" b="0" i="1">
                <a:solidFill>
                  <a:srgbClr val="4A5158"/>
                </a:solidFill>
                <a:latin typeface="Georgia"/>
              </a:rPr>
              <a:t>In other words: this is where my design stops and theirs keeps going. I would rather show you the gap than hide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7970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510540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It groups the graph into topics and writes a report on each one. Global Search reads those reports instead of walking the graph.</a:t>
            </a:r>
          </a:p>
          <a:p>
            <a:pPr lvl="1">
              <a:spcBef>
                <a:spcPts val="0"/>
              </a:spcBef>
              <a:spcAft>
                <a:spcPts val="400"/>
              </a:spcAft>
            </a:pPr>
            <a:r>
              <a:rPr sz="1100" b="0" i="1">
                <a:solidFill>
                  <a:srgbClr val="4A5158"/>
                </a:solidFill>
                <a:latin typeface="Georgia"/>
              </a:rPr>
              <a:t>In other words: it can describe a whole collection, not just find a passage in it.</a:t>
            </a:r>
          </a:p>
          <a:p>
            <a:pPr>
              <a:spcBef>
                <a:spcPts val="300"/>
              </a:spcBef>
              <a:spcAft>
                <a:spcPts val="100"/>
              </a:spcAft>
            </a:pPr>
            <a:r>
              <a:rPr sz="1200" b="0" i="0">
                <a:solidFill>
                  <a:srgbClr val="14171B"/>
                </a:solidFill>
                <a:latin typeface="Helvetica Neue"/>
              </a:rPr>
              <a:t>•  Those topic reports quietly absorb duplicate names. Two spellings of one person land in the same topic, so the report describes them as one person without anyone resolving anything.</a:t>
            </a:r>
          </a:p>
          <a:p>
            <a:pPr lvl="1">
              <a:spcBef>
                <a:spcPts val="0"/>
              </a:spcBef>
              <a:spcAft>
                <a:spcPts val="400"/>
              </a:spcAft>
            </a:pPr>
            <a:r>
              <a:rPr sz="1100" b="0" i="1">
                <a:solidFill>
                  <a:srgbClr val="4A5158"/>
                </a:solidFill>
                <a:latin typeface="Georgia"/>
              </a:rPr>
              <a:t>In other words: on well-named documents, the duplicate problem largely solves itself.</a:t>
            </a:r>
          </a:p>
          <a:p>
            <a:pPr>
              <a:spcBef>
                <a:spcPts val="300"/>
              </a:spcBef>
              <a:spcAft>
                <a:spcPts val="100"/>
              </a:spcAft>
            </a:pPr>
            <a:r>
              <a:rPr sz="1200" b="0" i="0">
                <a:solidFill>
                  <a:srgbClr val="14171B"/>
                </a:solidFill>
                <a:latin typeface="Helvetica Neue"/>
              </a:rPr>
              <a:t>•  That suits precise material — documentation, reports, structured filings, where a name is introduced once and then repeated exactly.</a:t>
            </a:r>
          </a:p>
          <a:p>
            <a:pPr lvl="1">
              <a:spcBef>
                <a:spcPts val="0"/>
              </a:spcBef>
              <a:spcAft>
                <a:spcPts val="400"/>
              </a:spcAft>
            </a:pPr>
            <a:r>
              <a:rPr sz="1100" b="0" i="1">
                <a:solidFill>
                  <a:srgbClr val="4A5158"/>
                </a:solidFill>
                <a:latin typeface="Georgia"/>
              </a:rPr>
              <a:t>In other words: most business content is written this way, so it is a sensible thing to build for.</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That absorption stops at Local Search. Anchor on one of two nodes for the same person and you walk half their connections — with full confidence and no sign anything is missing.</a:t>
            </a:r>
          </a:p>
          <a:p>
            <a:pPr lvl="1">
              <a:spcBef>
                <a:spcPts val="0"/>
              </a:spcBef>
              <a:spcAft>
                <a:spcPts val="400"/>
              </a:spcAft>
            </a:pPr>
            <a:r>
              <a:rPr sz="1100" b="0" i="1">
                <a:solidFill>
                  <a:srgbClr val="4A5158"/>
                </a:solidFill>
                <a:latin typeface="Georgia"/>
              </a:rPr>
              <a:t>In other words: the answer looks complete when it is not, and nothing tells you.</a:t>
            </a:r>
          </a:p>
          <a:p>
            <a:pPr>
              <a:spcBef>
                <a:spcPts val="300"/>
              </a:spcBef>
              <a:spcAft>
                <a:spcPts val="100"/>
              </a:spcAft>
            </a:pPr>
            <a:r>
              <a:rPr sz="1200" b="0" i="0">
                <a:solidFill>
                  <a:srgbClr val="14171B"/>
                </a:solidFill>
                <a:latin typeface="Helvetica Neue"/>
              </a:rPr>
              <a:t>•  My documents name people loosely. The same man is RECAREY, JOSEPH in a caption, Det. Recarey in a transcript and Mr. Recarey in a brief — different spellings, mixed upper and lower case, honorifics, initials, maiden names, all inside one docket. So I added a step that works out which names refer to the same person: 19,009 mentions down to 2,014 people, 19.8 hours, the most expensive stage in the build.</a:t>
            </a:r>
          </a:p>
          <a:p>
            <a:pPr lvl="1">
              <a:spcBef>
                <a:spcPts val="0"/>
              </a:spcBef>
              <a:spcAft>
                <a:spcPts val="400"/>
              </a:spcAft>
            </a:pPr>
            <a:r>
              <a:rPr sz="1100" b="0" i="1">
                <a:solidFill>
                  <a:srgbClr val="4A5158"/>
                </a:solidFill>
                <a:latin typeface="Georgia"/>
              </a:rPr>
              <a:t>In other words: documents that name things consistently never need this step.</a:t>
            </a:r>
          </a:p>
          <a:p>
            <a:pPr>
              <a:spcBef>
                <a:spcPts val="700"/>
              </a:spcBef>
              <a:spcAft>
                <a:spcPts val="400"/>
              </a:spcAft>
            </a:pPr>
            <a:r>
              <a:rPr sz="1200" b="0" i="1">
                <a:solidFill>
                  <a:srgbClr val="1E3A5F"/>
                </a:solidFill>
                <a:latin typeface="Helvetica Neue"/>
              </a:rPr>
              <a:t>Said carefully: I may well have missed something. I read their published documentation, not their source, and I did not test the product. Their docs do not describe an identity-resolution step, but that is an argument from silence — they may already handle this. The fair question is on their own ground, not mine: how does the Importer handle k8s versus Kubernetes, or AWS versus Amazon Web Services? Acronym expansion is the same problem.</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35203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In other words: 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In other words: 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In other words: 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In other words: 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In other words: 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